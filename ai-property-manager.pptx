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6225"/>
            <a:ext cx="10291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property.ai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263333" y="261937"/>
            <a:ext cx="5702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Project: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7749406" y="261937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Property Manager AI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904708" y="436811"/>
            <a:ext cx="3778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Date: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242771" y="436811"/>
            <a:ext cx="634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June 2026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460679" y="611684"/>
            <a:ext cx="7626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Built with: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094762" y="611684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Flask + Groq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855372" y="786557"/>
            <a:ext cx="5061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Status: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292108" y="786557"/>
            <a:ext cx="5702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Deployed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3881" y="3065338"/>
            <a:ext cx="3109913" cy="257175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25491"/>
            <a:ext cx="492492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chatbot that manages tenants, tracks rent,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drafts reminder emails — built in Python.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5542" y="4367212"/>
            <a:ext cx="256222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95823"/>
            <a:ext cx="809523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40" b="1" spc="-20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Manager AI</a:t>
            </a:r>
            <a:endParaRPr lang="en-US" sz="5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1281112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88809" y="271463"/>
            <a:ext cx="8345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property.ai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904875"/>
            <a:ext cx="4605107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questions in plain English. Get instant answers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your tenants.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37" y="1478979"/>
            <a:ext cx="3652838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57796"/>
            <a:ext cx="2282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71674" y="1647527"/>
            <a:ext cx="275218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who has paid rent this month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457200" y="1991246"/>
            <a:ext cx="2282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71674" y="1980977"/>
            <a:ext cx="280258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open maintenance issues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457200" y="2324695"/>
            <a:ext cx="2282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71674" y="2314426"/>
            <a:ext cx="43310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 professional reminder email drafted in seconds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457200" y="2658145"/>
            <a:ext cx="2282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71674" y="2647876"/>
            <a:ext cx="31932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a live summary of the full property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476341" y="885379"/>
            <a:ext cx="4210050" cy="3538538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910" y="1101030"/>
            <a:ext cx="17204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720" b="1" spc="72" kern="0" dirty="0">
                <a:solidFill>
                  <a:srgbClr val="71809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 MORE SPREADSHEETS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754910" y="1392436"/>
            <a:ext cx="4420433" cy="69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spc="-29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"Who hasn't paid rent this month?" —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b="1" spc="-29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answered instantly, with names and</a:t>
            </a:r>
            <a:endParaRPr lang="en-US" sz="144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440" b="1" spc="-29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amounts.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754910" y="4080644"/>
            <a:ext cx="212425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Powered by Groq LLaMA 3.3 70B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457200" y="4767635"/>
            <a:ext cx="19812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Overview / Property Manager AI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57200" y="223838"/>
            <a:ext cx="255841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252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750" y="335198"/>
            <a:ext cx="2009775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88809" y="271463"/>
            <a:ext cx="8345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property.ai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200" y="884672"/>
            <a:ext cx="8229600" cy="600075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457200" y="895350"/>
            <a:ext cx="2569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1005780" y="904875"/>
            <a:ext cx="112156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 Status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780" y="1160636"/>
            <a:ext cx="62428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6 tenants paid — Marcus Williams, James Carter, and David Kim are outstanding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" y="1636700"/>
            <a:ext cx="8229600" cy="600075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457200" y="1647379"/>
            <a:ext cx="2569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1005780" y="1656904"/>
            <a:ext cx="19113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Issues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780" y="1912665"/>
            <a:ext cx="7272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open tickets across units — leaky faucet, AC not cooling, broken window latch, mold, dishwasher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57200" y="2388729"/>
            <a:ext cx="8229600" cy="600075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457200" y="2399407"/>
            <a:ext cx="2569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1005780" y="2408932"/>
            <a:ext cx="159209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 Emails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780" y="2664693"/>
            <a:ext cx="677301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on demand — addressed to each tenant with their unit number and amount owed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57200" y="3151436"/>
            <a:ext cx="2569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1005780" y="3160961"/>
            <a:ext cx="95700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780" y="3416722"/>
            <a:ext cx="62300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 collected vs. outstanding calculated in real time from in-memory tenant records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457200" y="4767635"/>
            <a:ext cx="21736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Tenant Data / Property Manager AI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223838"/>
            <a:ext cx="438531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Tenants, Real Data</a:t>
            </a:r>
            <a:endParaRPr lang="en-US" sz="252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84672"/>
            <a:ext cx="8229600" cy="600075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636700"/>
            <a:ext cx="8229600" cy="600075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388729"/>
            <a:ext cx="8229600" cy="600075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750" y="335198"/>
            <a:ext cx="1095375" cy="15240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88809" y="271463"/>
            <a:ext cx="8345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property.ai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6270" y="885862"/>
            <a:ext cx="4391025" cy="75723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457200" y="890587"/>
            <a:ext cx="5561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Backend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57200" y="1093440"/>
            <a:ext cx="124964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Flask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33798"/>
            <a:ext cx="297003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8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Gunicorn with 4 workers, production-ready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6270" y="1797434"/>
            <a:ext cx="4391025" cy="757238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457200" y="1802160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AI Model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57200" y="2005012"/>
            <a:ext cx="278072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LLaMA 3.3 70B Versatile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245370"/>
            <a:ext cx="23003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8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inference via Groq cloud API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56270" y="2709007"/>
            <a:ext cx="4391025" cy="757238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457200" y="2713732"/>
            <a:ext cx="6987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Streaming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57200" y="2916585"/>
            <a:ext cx="238573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Server-Sent Events (SSE)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6942"/>
            <a:ext cx="3500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8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token streaming in the browser as AI responds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57200" y="3625304"/>
            <a:ext cx="7699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Deployment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57200" y="3828157"/>
            <a:ext cx="58621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068514"/>
            <a:ext cx="31913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8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artifact with artifact.toml run config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211142" y="885379"/>
            <a:ext cx="3476625" cy="353853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00572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In-memory data layer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5486400" y="1788170"/>
            <a:ext cx="434526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3600" b="1" spc="-14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486400" y="2410123"/>
            <a:ext cx="3823848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 with rent status, maintenance tickets, lease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dates, and contact info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487367" y="2957959"/>
            <a:ext cx="2924175" cy="476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3173164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 database required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486400" y="3371255"/>
            <a:ext cx="3856062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tenant context is injected directly into the system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at startup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8" name="Text 26"/>
          <p:cNvSpPr/>
          <p:nvPr/>
        </p:nvSpPr>
        <p:spPr>
          <a:xfrm>
            <a:off x="457200" y="4767635"/>
            <a:ext cx="210954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Tech Stack / Property Manager AI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7200" y="223838"/>
            <a:ext cx="223811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252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270" y="885862"/>
            <a:ext cx="4391025" cy="757238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70" y="1797434"/>
            <a:ext cx="4391025" cy="757238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270" y="2709007"/>
            <a:ext cx="4391025" cy="757238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6225"/>
            <a:ext cx="10291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property.ai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228433" y="261937"/>
            <a:ext cx="10192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Built on Replit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8242771" y="261937"/>
            <a:ext cx="634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June 2026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3200326" y="2271936"/>
            <a:ext cx="2743200" cy="4095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62846" y="2851993"/>
            <a:ext cx="5218234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is live on Replit. Ask it anything about your</a:t>
            </a:r>
            <a:endParaRPr lang="en-US" sz="1300" dirty="0"/>
          </a:p>
          <a:p>
            <a:pPr algn="ctr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8156" y="3733428"/>
            <a:ext cx="547687" cy="4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457200" y="4767635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Property Manager AI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845002" y="2063353"/>
            <a:ext cx="3453921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215"/>
              </a:spcAft>
              <a:buNone/>
            </a:pPr>
            <a:r>
              <a:rPr lang="en-US" sz="4320" b="1" spc="-17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Deployed.</a:t>
            </a:r>
            <a:endParaRPr lang="en-US" sz="432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2026-06-10T17:57:21Z</dcterms:created>
  <dcterms:modified xsi:type="dcterms:W3CDTF">2026-06-10T17:57:21Z</dcterms:modified>
</cp:coreProperties>
</file>